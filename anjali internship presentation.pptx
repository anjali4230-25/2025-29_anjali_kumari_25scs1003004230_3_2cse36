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908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57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0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5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5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85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1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03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4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4307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86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92779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23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74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8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23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INTERNSHIP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2316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UI/UX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7271" y="3886200"/>
            <a:ext cx="3006977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rPr dirty="0"/>
              <a:t>Anjali </a:t>
            </a:r>
            <a:r>
              <a:rPr dirty="0" err="1" smtClean="0"/>
              <a:t>Kumari</a:t>
            </a:r>
            <a:endParaRPr lang="en-US" dirty="0" smtClean="0"/>
          </a:p>
          <a:p>
            <a:pPr algn="ctr">
              <a:defRPr sz="2000"/>
            </a:pPr>
            <a:r>
              <a:rPr lang="en-US" dirty="0" smtClean="0"/>
              <a:t>25SCS1003004230</a:t>
            </a:r>
            <a:endParaRPr dirty="0"/>
          </a:p>
          <a:p>
            <a:pPr algn="ctr">
              <a:defRPr sz="1700"/>
            </a:pPr>
            <a:r>
              <a:rPr dirty="0"/>
              <a:t>Codec Technologies Pvt. Ltd.</a:t>
            </a:r>
          </a:p>
          <a:p>
            <a:pPr algn="ctr">
              <a:defRPr sz="1700"/>
            </a:pPr>
            <a:r>
              <a:rPr dirty="0"/>
              <a:t>01/07/2026 – 01/08/2026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Organization: Codec Technologies Pvt. Ltd.</a:t>
            </a:r>
          </a:p>
          <a:p>
            <a:pPr>
              <a:spcAft>
                <a:spcPts val="1000"/>
              </a:spcAft>
              <a:defRPr sz="2000"/>
            </a:pPr>
            <a:r>
              <a:t>Role: UI/UX Designer Intern</a:t>
            </a:r>
          </a:p>
          <a:p>
            <a:pPr>
              <a:spcAft>
                <a:spcPts val="1000"/>
              </a:spcAft>
              <a:defRPr sz="2000"/>
            </a:pPr>
            <a:r>
              <a:t>Duration: 01/07/2026 to 01/08/2026</a:t>
            </a:r>
          </a:p>
          <a:p>
            <a:pPr>
              <a:spcAft>
                <a:spcPts val="1000"/>
              </a:spcAft>
              <a:defRPr sz="2000"/>
            </a:pPr>
            <a:r>
              <a:t>Program: 1 Month AICTE &amp; ICAC Approved Internship Program</a:t>
            </a:r>
          </a:p>
          <a:p>
            <a:pPr>
              <a:spcAft>
                <a:spcPts val="1000"/>
              </a:spcAft>
              <a:defRPr sz="2000"/>
            </a:pPr>
            <a:r>
              <a:t>Program Manager: Dr. Anurag Shrivastava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About 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UI (User Interface) focuses on visual and interactive interface elements.</a:t>
            </a:r>
          </a:p>
          <a:p>
            <a:pPr>
              <a:spcAft>
                <a:spcPts val="1000"/>
              </a:spcAft>
              <a:defRPr sz="2000"/>
            </a:pPr>
            <a:r>
              <a:t>UX (User Experience) focuses on the overall usability and effectiveness of a product.</a:t>
            </a:r>
          </a:p>
          <a:p>
            <a:pPr>
              <a:spcAft>
                <a:spcPts val="1000"/>
              </a:spcAft>
              <a:defRPr sz="2000"/>
            </a:pPr>
            <a:r>
              <a:t>Good design connects user needs with clear information, intuitive interaction, and visual consistency.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Understand user-centered design principles.</a:t>
            </a:r>
          </a:p>
          <a:p>
            <a:pPr>
              <a:spcAft>
                <a:spcPts val="1000"/>
              </a:spcAft>
              <a:defRPr sz="2000"/>
            </a:pPr>
            <a:r>
              <a:t>Learn the basic stages of a UI/UX design workflow.</a:t>
            </a:r>
          </a:p>
          <a:p>
            <a:pPr>
              <a:spcAft>
                <a:spcPts val="1000"/>
              </a:spcAft>
              <a:defRPr sz="2000"/>
            </a:pPr>
            <a:r>
              <a:t>Improve understanding of layout, hierarchy, spacing, and consistency.</a:t>
            </a:r>
          </a:p>
          <a:p>
            <a:pPr>
              <a:spcAft>
                <a:spcPts val="1000"/>
              </a:spcAft>
              <a:defRPr sz="2000"/>
            </a:pPr>
            <a:r>
              <a:t>Understand wireframes, user flows, and prototypes.</a:t>
            </a:r>
          </a:p>
          <a:p>
            <a:pPr>
              <a:spcAft>
                <a:spcPts val="1000"/>
              </a:spcAft>
              <a:defRPr sz="2000"/>
            </a:pPr>
            <a:r>
              <a:t>Develop awareness of usability and responsive design.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Core UI/UX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User Research — identify user needs and pain points.</a:t>
            </a:r>
          </a:p>
          <a:p>
            <a:pPr>
              <a:spcAft>
                <a:spcPts val="1000"/>
              </a:spcAft>
              <a:defRPr sz="1800"/>
            </a:pPr>
            <a:r>
              <a:t>Information Architecture — organize content and navigation.</a:t>
            </a:r>
          </a:p>
          <a:p>
            <a:pPr>
              <a:spcAft>
                <a:spcPts val="1000"/>
              </a:spcAft>
              <a:defRPr sz="1800"/>
            </a:pPr>
            <a:r>
              <a:t>Wireframing — plan the structure of screens.</a:t>
            </a:r>
          </a:p>
          <a:p>
            <a:pPr>
              <a:spcAft>
                <a:spcPts val="1000"/>
              </a:spcAft>
              <a:defRPr sz="1800"/>
            </a:pPr>
            <a:r>
              <a:t>Visual Design — create clear and consistent interfaces.</a:t>
            </a:r>
          </a:p>
          <a:p>
            <a:pPr>
              <a:spcAft>
                <a:spcPts val="1000"/>
              </a:spcAft>
              <a:defRPr sz="1800"/>
            </a:pPr>
            <a:r>
              <a:t>Prototyping — represent interactions before development.</a:t>
            </a:r>
          </a:p>
          <a:p>
            <a:pPr>
              <a:spcAft>
                <a:spcPts val="1000"/>
              </a:spcAft>
              <a:defRPr sz="1800"/>
            </a:pPr>
            <a:r>
              <a:t>Usability Testing — evaluate ease of 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Typical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Define the problem and user goal</a:t>
            </a:r>
          </a:p>
          <a:p>
            <a:pPr>
              <a:spcAft>
                <a:spcPts val="1000"/>
              </a:spcAft>
              <a:defRPr sz="1800"/>
            </a:pPr>
            <a:r>
              <a:t>2. Understand requirements and user needs</a:t>
            </a:r>
          </a:p>
          <a:p>
            <a:pPr>
              <a:spcAft>
                <a:spcPts val="1000"/>
              </a:spcAft>
              <a:defRPr sz="1800"/>
            </a:pPr>
            <a:r>
              <a:t>3. Plan information architecture and user flow</a:t>
            </a:r>
          </a:p>
          <a:p>
            <a:pPr>
              <a:spcAft>
                <a:spcPts val="1000"/>
              </a:spcAft>
              <a:defRPr sz="1800"/>
            </a:pPr>
            <a:r>
              <a:t>4. Create wireframes</a:t>
            </a:r>
          </a:p>
          <a:p>
            <a:pPr>
              <a:spcAft>
                <a:spcPts val="1000"/>
              </a:spcAft>
              <a:defRPr sz="1800"/>
            </a:pPr>
            <a:r>
              <a:t>5. Develop visual design and prototype</a:t>
            </a:r>
          </a:p>
          <a:p>
            <a:pPr>
              <a:spcAft>
                <a:spcPts val="1000"/>
              </a:spcAft>
              <a:defRPr sz="1800"/>
            </a:pPr>
            <a:r>
              <a:t>6. Review, test, and refine</a:t>
            </a:r>
          </a:p>
          <a:p>
            <a:pPr>
              <a:spcAft>
                <a:spcPts val="1000"/>
              </a:spcAft>
              <a:defRPr sz="1800"/>
            </a:pPr>
            <a:r>
              <a:t>7. Prepare design for 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User-centered thinking</a:t>
            </a:r>
          </a:p>
          <a:p>
            <a:pPr>
              <a:spcAft>
                <a:spcPts val="1000"/>
              </a:spcAft>
              <a:defRPr sz="2000"/>
            </a:pPr>
            <a:r>
              <a:t>Better visual hierarchy and interface organization</a:t>
            </a:r>
          </a:p>
          <a:p>
            <a:pPr>
              <a:spcAft>
                <a:spcPts val="1000"/>
              </a:spcAft>
              <a:defRPr sz="2000"/>
            </a:pPr>
            <a:r>
              <a:t>Understanding of wireframes, prototypes, and user flows</a:t>
            </a:r>
          </a:p>
          <a:p>
            <a:pPr>
              <a:spcAft>
                <a:spcPts val="1000"/>
              </a:spcAft>
              <a:defRPr sz="2000"/>
            </a:pPr>
            <a:r>
              <a:t>Awareness of usability, accessibility, and responsive design</a:t>
            </a:r>
          </a:p>
          <a:p>
            <a:pPr>
              <a:spcAft>
                <a:spcPts val="1000"/>
              </a:spcAft>
              <a:defRPr sz="2000"/>
            </a:pPr>
            <a:r>
              <a:t>Clearer communication of design decisions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Challenges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Balancing simplicity with the amount of information users need.</a:t>
            </a:r>
          </a:p>
          <a:p>
            <a:pPr>
              <a:spcAft>
                <a:spcPts val="1000"/>
              </a:spcAft>
              <a:defRPr sz="2000"/>
            </a:pPr>
            <a:r>
              <a:t>Maintaining consistency across screens and interactions.</a:t>
            </a:r>
          </a:p>
          <a:p>
            <a:pPr>
              <a:spcAft>
                <a:spcPts val="1000"/>
              </a:spcAft>
              <a:defRPr sz="2000"/>
            </a:pPr>
            <a:r>
              <a:t>Making important user flows easy to understand.</a:t>
            </a:r>
          </a:p>
          <a:p>
            <a:pPr>
              <a:spcAft>
                <a:spcPts val="1000"/>
              </a:spcAft>
              <a:defRPr sz="2000"/>
            </a:pPr>
            <a:r>
              <a:t>Improving designs through review, testing, and iteration.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Internship Certificate</a:t>
            </a:r>
          </a:p>
        </p:txBody>
      </p:sp>
      <p:pic>
        <p:nvPicPr>
          <p:cNvPr id="3" name="Picture 2" descr="anjali_certificat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66223"/>
            <a:ext cx="7924800" cy="49878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internship was completed as a UI/UX Designer Intern at Codec Technologies Pvt. Ltd.</a:t>
            </a:r>
          </a:p>
          <a:p>
            <a:pPr>
              <a:spcAft>
                <a:spcPts val="1000"/>
              </a:spcAft>
              <a:defRPr sz="2000"/>
            </a:pPr>
            <a:r>
              <a:t>The certificate confirms a one-month AICTE &amp; ICAC Approved internship conducted from 01/07/2026 to 01/08/2026.</a:t>
            </a:r>
          </a:p>
          <a:p>
            <a:pPr>
              <a:spcAft>
                <a:spcPts val="1000"/>
              </a:spcAft>
              <a:defRPr sz="2000"/>
            </a:pPr>
            <a:r>
              <a:t>The experience provides a foundation for applying user-centered UI/UX design principles in future academic and professional work.</a:t>
            </a:r>
          </a:p>
          <a:p>
            <a:pPr>
              <a:spcAft>
                <a:spcPts val="1000"/>
              </a:spcAft>
              <a:defRPr sz="2000"/>
            </a:pPr>
            <a: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</TotalTime>
  <Words>377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Naitik Goyal</dc:creator>
  <cp:keywords/>
  <dc:description>generated using python-pptx</dc:description>
  <cp:lastModifiedBy>Dell</cp:lastModifiedBy>
  <cp:revision>5</cp:revision>
  <dcterms:created xsi:type="dcterms:W3CDTF">2013-01-27T09:14:16Z</dcterms:created>
  <dcterms:modified xsi:type="dcterms:W3CDTF">2026-09-10T15:28:55Z</dcterms:modified>
  <cp:category/>
</cp:coreProperties>
</file>